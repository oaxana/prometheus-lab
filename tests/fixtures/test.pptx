
<file path=[Content_Types].xml><?xml version="1.0" encoding="utf-8"?>
<Types xmlns="http://schemas.openxmlformats.org/package/2006/content-types"/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7"/>
    <p:sldId id="257" r:id="rId3"/>
  </p:sldIdLst>
</p:presentation>
</file>

<file path=ppt/_rels/presentation.xml.rels><?xml version="1.0"?><Relationships xmlns="http://schemas.openxmlformats.org/package/2006/relationships"><Relationship Id="rId3" Type="x/slide" Target="slides/slide1.xml"/><Relationship Id="rId7" Type="x/slide" Target="slides/slide2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NOTE: mention retention limits</a:t>
            </a:r>
          </a:p>
          <a:p>
            <a:fld id="{2}" type="slidenum">
              <a:t>9</a:t>
            </a:fld>
          </a:p>
        </p:txBody>
      </p:sp>
    </p:spTree>
  </p:cSld>
</p:notes>
</file>

<file path=ppt/slides/_rels/slide1.xml.rels><?xml version="1.0"?><Relationships xmlns="http://schemas.openxmlformats.org/package/2006/relationships"><Relationship Id="rId1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SECOND: Data is deleted after the burn</a:t>
            </a:r>
          </a:p>
          <a:p>
            <a:fld id="{1}" type="slidenum">
              <a:t>2</a:t>
            </a:fld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OPENING: AI must say it is an AI</a:t>
            </a:r>
          </a:p>
          <a:p>
            <a:r>
              <a:t>Because trust &amp; honesty matter</a:t>
            </a:r>
          </a:p>
          <a:p>
            <a:fld id="{1}" type="slidenum">
              <a:t>1</a:t>
            </a:fld>
          </a:p>
        </p:txBody>
      </p:sp>
    </p:spTree>
  </p:cSld>
</p:sld>
</file>